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y Grotesk Wide" charset="1" panose="00000505000000000000"/>
      <p:regular r:id="rId13"/>
    </p:embeddedFont>
    <p:embeddedFont>
      <p:font typeface="Cy Grotesk Wide Bold" charset="1" panose="00000805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Relationship Id="rId4" Target="../media/image36.svg" Type="http://schemas.openxmlformats.org/officeDocument/2006/relationships/image"/><Relationship Id="rId5" Target="https://www.google.com/search?sca_esv=ca0ac730e1a720b1&amp;sxsrf=ANbL-n7c5sjjbTmSfUUlXHNwYsIJszhndg:1776051791193&amp;q=TECNOLOG%C3%8DAS&amp;spell=1&amp;sa=X&amp;ved=2ahUKEwiInPfA9OmTAxWPRjABHavpHlQQkeECKAB6BAgMEAE" TargetMode="External" Type="http://schemas.openxmlformats.org/officeDocument/2006/relationships/hyperlink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33112" y="-816031"/>
            <a:ext cx="7501693" cy="5523974"/>
          </a:xfrm>
          <a:custGeom>
            <a:avLst/>
            <a:gdLst/>
            <a:ahLst/>
            <a:cxnLst/>
            <a:rect r="r" b="b" t="t" l="l"/>
            <a:pathLst>
              <a:path h="5523974" w="7501693">
                <a:moveTo>
                  <a:pt x="0" y="0"/>
                </a:moveTo>
                <a:lnTo>
                  <a:pt x="7501694" y="0"/>
                </a:lnTo>
                <a:lnTo>
                  <a:pt x="7501694" y="5523974"/>
                </a:lnTo>
                <a:lnTo>
                  <a:pt x="0" y="55239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789898" y="2305964"/>
            <a:ext cx="8945020" cy="6952336"/>
            <a:chOff x="0" y="0"/>
            <a:chExt cx="9473757" cy="73632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473757" cy="7363286"/>
            </a:xfrm>
            <a:custGeom>
              <a:avLst/>
              <a:gdLst/>
              <a:ahLst/>
              <a:cxnLst/>
              <a:rect r="r" b="b" t="t" l="l"/>
              <a:pathLst>
                <a:path h="7363286" w="9473757">
                  <a:moveTo>
                    <a:pt x="9473757" y="1613973"/>
                  </a:moveTo>
                  <a:lnTo>
                    <a:pt x="9473757" y="5749313"/>
                  </a:lnTo>
                  <a:cubicBezTo>
                    <a:pt x="9473757" y="6640345"/>
                    <a:pt x="8756585" y="7363286"/>
                    <a:pt x="7872662" y="7363286"/>
                  </a:cubicBezTo>
                  <a:cubicBezTo>
                    <a:pt x="7099415" y="7363286"/>
                    <a:pt x="6454550" y="6811411"/>
                    <a:pt x="6305509" y="6078058"/>
                  </a:cubicBezTo>
                  <a:cubicBezTo>
                    <a:pt x="6154991" y="6811411"/>
                    <a:pt x="5510126" y="7363286"/>
                    <a:pt x="4736878" y="7363286"/>
                  </a:cubicBezTo>
                  <a:cubicBezTo>
                    <a:pt x="3963631" y="7363286"/>
                    <a:pt x="3318766" y="6811411"/>
                    <a:pt x="3169724" y="6078058"/>
                  </a:cubicBezTo>
                  <a:cubicBezTo>
                    <a:pt x="3019207" y="6811411"/>
                    <a:pt x="2374342" y="7363286"/>
                    <a:pt x="1602570" y="7363286"/>
                  </a:cubicBezTo>
                  <a:cubicBezTo>
                    <a:pt x="717172" y="7363286"/>
                    <a:pt x="0" y="6640345"/>
                    <a:pt x="0" y="5749313"/>
                  </a:cubicBezTo>
                  <a:lnTo>
                    <a:pt x="0" y="1613973"/>
                  </a:lnTo>
                  <a:cubicBezTo>
                    <a:pt x="0" y="722941"/>
                    <a:pt x="717172" y="0"/>
                    <a:pt x="1601094" y="0"/>
                  </a:cubicBezTo>
                  <a:cubicBezTo>
                    <a:pt x="2374342" y="0"/>
                    <a:pt x="3019207" y="551875"/>
                    <a:pt x="3168248" y="1285228"/>
                  </a:cubicBezTo>
                  <a:cubicBezTo>
                    <a:pt x="3318766" y="551875"/>
                    <a:pt x="3963631" y="0"/>
                    <a:pt x="4736878" y="0"/>
                  </a:cubicBezTo>
                  <a:cubicBezTo>
                    <a:pt x="5510126" y="0"/>
                    <a:pt x="6154991" y="551875"/>
                    <a:pt x="6304033" y="1285228"/>
                  </a:cubicBezTo>
                  <a:cubicBezTo>
                    <a:pt x="6454550" y="551875"/>
                    <a:pt x="7099415" y="0"/>
                    <a:pt x="7872662" y="0"/>
                  </a:cubicBezTo>
                  <a:cubicBezTo>
                    <a:pt x="8756585" y="0"/>
                    <a:pt x="9473757" y="722941"/>
                    <a:pt x="9473757" y="1613973"/>
                  </a:cubicBezTo>
                  <a:close/>
                </a:path>
              </a:pathLst>
            </a:custGeom>
            <a:blipFill>
              <a:blip r:embed="rId4"/>
              <a:stretch>
                <a:fillRect l="-8338" t="0" r="-8338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1738291" y="5143500"/>
            <a:ext cx="6945303" cy="6945303"/>
          </a:xfrm>
          <a:custGeom>
            <a:avLst/>
            <a:gdLst/>
            <a:ahLst/>
            <a:cxnLst/>
            <a:rect r="r" b="b" t="t" l="l"/>
            <a:pathLst>
              <a:path h="6945303" w="6945303">
                <a:moveTo>
                  <a:pt x="0" y="0"/>
                </a:moveTo>
                <a:lnTo>
                  <a:pt x="6945303" y="0"/>
                </a:lnTo>
                <a:lnTo>
                  <a:pt x="6945303" y="6945303"/>
                </a:lnTo>
                <a:lnTo>
                  <a:pt x="0" y="69453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61650" y="2389866"/>
            <a:ext cx="8764701" cy="5507269"/>
          </a:xfrm>
          <a:custGeom>
            <a:avLst/>
            <a:gdLst/>
            <a:ahLst/>
            <a:cxnLst/>
            <a:rect r="r" b="b" t="t" l="l"/>
            <a:pathLst>
              <a:path h="5507269" w="8764701">
                <a:moveTo>
                  <a:pt x="0" y="0"/>
                </a:moveTo>
                <a:lnTo>
                  <a:pt x="8764700" y="0"/>
                </a:lnTo>
                <a:lnTo>
                  <a:pt x="8764700" y="5507268"/>
                </a:lnTo>
                <a:lnTo>
                  <a:pt x="0" y="55072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588697" y="119162"/>
            <a:ext cx="2402402" cy="2186802"/>
          </a:xfrm>
          <a:custGeom>
            <a:avLst/>
            <a:gdLst/>
            <a:ahLst/>
            <a:cxnLst/>
            <a:rect r="r" b="b" t="t" l="l"/>
            <a:pathLst>
              <a:path h="2186802" w="2402402">
                <a:moveTo>
                  <a:pt x="0" y="0"/>
                </a:moveTo>
                <a:lnTo>
                  <a:pt x="2402402" y="0"/>
                </a:lnTo>
                <a:lnTo>
                  <a:pt x="2402402" y="2186802"/>
                </a:lnTo>
                <a:lnTo>
                  <a:pt x="0" y="2186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46000"/>
            </a:blip>
            <a:stretch>
              <a:fillRect l="-57116" t="-26016" r="-52575" b="-2756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34360" y="3390900"/>
            <a:ext cx="7409640" cy="586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151912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Bowls energéticos a base de ingredientes andinos: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51912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Base: quinua o amaranto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51912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Proteína: trucha, pollo o proteína vegetal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51912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Complementos: aguacate, chochos, frutos secos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51912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Salsas funcionales (sin azúcar refinada)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238250"/>
            <a:ext cx="10138335" cy="1624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9"/>
              </a:lnSpc>
            </a:pPr>
            <a:r>
              <a:rPr lang="en-US" sz="7799" b="true">
                <a:solidFill>
                  <a:srgbClr val="151912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PRODUCTO: </a:t>
            </a:r>
          </a:p>
          <a:p>
            <a:pPr algn="l">
              <a:lnSpc>
                <a:spcPts val="5400"/>
              </a:lnSpc>
            </a:pPr>
            <a:r>
              <a:rPr lang="en-US" sz="6000" b="true">
                <a:solidFill>
                  <a:srgbClr val="151912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WAYTA FUEL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26728" y="211744"/>
            <a:ext cx="7082478" cy="3798784"/>
          </a:xfrm>
          <a:custGeom>
            <a:avLst/>
            <a:gdLst/>
            <a:ahLst/>
            <a:cxnLst/>
            <a:rect r="r" b="b" t="t" l="l"/>
            <a:pathLst>
              <a:path h="3798784" w="7082478">
                <a:moveTo>
                  <a:pt x="0" y="0"/>
                </a:moveTo>
                <a:lnTo>
                  <a:pt x="7082478" y="0"/>
                </a:lnTo>
                <a:lnTo>
                  <a:pt x="7082478" y="3798783"/>
                </a:lnTo>
                <a:lnTo>
                  <a:pt x="0" y="3798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730967"/>
            <a:ext cx="8454100" cy="6527333"/>
            <a:chOff x="0" y="0"/>
            <a:chExt cx="7440796" cy="57449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440796" cy="5744970"/>
            </a:xfrm>
            <a:custGeom>
              <a:avLst/>
              <a:gdLst/>
              <a:ahLst/>
              <a:cxnLst/>
              <a:rect r="r" b="b" t="t" l="l"/>
              <a:pathLst>
                <a:path h="5744970" w="7440796">
                  <a:moveTo>
                    <a:pt x="7437807" y="2612812"/>
                  </a:moveTo>
                  <a:lnTo>
                    <a:pt x="7437807" y="1444285"/>
                  </a:lnTo>
                  <a:cubicBezTo>
                    <a:pt x="7437807" y="646884"/>
                    <a:pt x="6596439" y="0"/>
                    <a:pt x="5559301" y="0"/>
                  </a:cubicBezTo>
                  <a:cubicBezTo>
                    <a:pt x="4668617" y="0"/>
                    <a:pt x="3900477" y="480280"/>
                    <a:pt x="3719651" y="1150143"/>
                  </a:cubicBezTo>
                  <a:cubicBezTo>
                    <a:pt x="3537329" y="480280"/>
                    <a:pt x="2769189" y="0"/>
                    <a:pt x="1878506" y="0"/>
                  </a:cubicBezTo>
                  <a:cubicBezTo>
                    <a:pt x="841367" y="0"/>
                    <a:pt x="0" y="646884"/>
                    <a:pt x="0" y="1444285"/>
                  </a:cubicBezTo>
                  <a:lnTo>
                    <a:pt x="0" y="3132158"/>
                  </a:lnTo>
                  <a:lnTo>
                    <a:pt x="2989" y="3132158"/>
                  </a:lnTo>
                  <a:lnTo>
                    <a:pt x="2989" y="4299536"/>
                  </a:lnTo>
                  <a:cubicBezTo>
                    <a:pt x="2989" y="5098086"/>
                    <a:pt x="844356" y="5744970"/>
                    <a:pt x="1881495" y="5744970"/>
                  </a:cubicBezTo>
                  <a:cubicBezTo>
                    <a:pt x="2770684" y="5744970"/>
                    <a:pt x="3538824" y="5264691"/>
                    <a:pt x="3721145" y="4594827"/>
                  </a:cubicBezTo>
                  <a:cubicBezTo>
                    <a:pt x="3903466" y="5264691"/>
                    <a:pt x="4671606" y="5744970"/>
                    <a:pt x="5562290" y="5744970"/>
                  </a:cubicBezTo>
                  <a:cubicBezTo>
                    <a:pt x="6599428" y="5744970"/>
                    <a:pt x="7440796" y="5098086"/>
                    <a:pt x="7440796" y="4300685"/>
                  </a:cubicBezTo>
                  <a:lnTo>
                    <a:pt x="7440796" y="2612812"/>
                  </a:lnTo>
                  <a:lnTo>
                    <a:pt x="7437807" y="2612812"/>
                  </a:lnTo>
                  <a:close/>
                </a:path>
              </a:pathLst>
            </a:custGeom>
            <a:blipFill>
              <a:blip r:embed="rId4"/>
              <a:stretch>
                <a:fillRect l="0" t="-30868" r="0" b="-30868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1729186"/>
            <a:ext cx="10138335" cy="97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9"/>
              </a:lnSpc>
            </a:pPr>
            <a:r>
              <a:rPr lang="en-US" sz="7799" b="true">
                <a:solidFill>
                  <a:srgbClr val="151912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MERCADO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121933" y="-2739476"/>
            <a:ext cx="7926210" cy="7882976"/>
          </a:xfrm>
          <a:custGeom>
            <a:avLst/>
            <a:gdLst/>
            <a:ahLst/>
            <a:cxnLst/>
            <a:rect r="r" b="b" t="t" l="l"/>
            <a:pathLst>
              <a:path h="7882976" w="7926210">
                <a:moveTo>
                  <a:pt x="0" y="0"/>
                </a:moveTo>
                <a:lnTo>
                  <a:pt x="7926210" y="0"/>
                </a:lnTo>
                <a:lnTo>
                  <a:pt x="7926210" y="7882976"/>
                </a:lnTo>
                <a:lnTo>
                  <a:pt x="0" y="78829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740513" y="4991100"/>
            <a:ext cx="6762839" cy="426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151912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Restaurante físico con una alta afluencia de deportistas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51912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Deportistas (trail runners, ciclistas, gimnasio)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51912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Jóvenes de 20–40 años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51912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Riobamba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885598" y="8100198"/>
            <a:ext cx="2402402" cy="2186802"/>
          </a:xfrm>
          <a:custGeom>
            <a:avLst/>
            <a:gdLst/>
            <a:ahLst/>
            <a:cxnLst/>
            <a:rect r="r" b="b" t="t" l="l"/>
            <a:pathLst>
              <a:path h="2186802" w="2402402">
                <a:moveTo>
                  <a:pt x="0" y="0"/>
                </a:moveTo>
                <a:lnTo>
                  <a:pt x="2402402" y="0"/>
                </a:lnTo>
                <a:lnTo>
                  <a:pt x="2402402" y="2186802"/>
                </a:lnTo>
                <a:lnTo>
                  <a:pt x="0" y="21868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6000"/>
            </a:blip>
            <a:stretch>
              <a:fillRect l="-57116" t="-26016" r="-52575" b="-2756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48850" y="118604"/>
            <a:ext cx="11672298" cy="11672298"/>
          </a:xfrm>
          <a:custGeom>
            <a:avLst/>
            <a:gdLst/>
            <a:ahLst/>
            <a:cxnLst/>
            <a:rect r="r" b="b" t="t" l="l"/>
            <a:pathLst>
              <a:path h="11672298" w="11672298">
                <a:moveTo>
                  <a:pt x="0" y="0"/>
                </a:moveTo>
                <a:lnTo>
                  <a:pt x="11672298" y="0"/>
                </a:lnTo>
                <a:lnTo>
                  <a:pt x="11672298" y="11672298"/>
                </a:lnTo>
                <a:lnTo>
                  <a:pt x="0" y="116722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792800" y="1519636"/>
            <a:ext cx="8695982" cy="8870234"/>
            <a:chOff x="0" y="0"/>
            <a:chExt cx="6350000" cy="64772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477243"/>
            </a:xfrm>
            <a:custGeom>
              <a:avLst/>
              <a:gdLst/>
              <a:ahLst/>
              <a:cxnLst/>
              <a:rect r="r" b="b" t="t" l="l"/>
              <a:pathLst>
                <a:path h="6477243" w="6350000">
                  <a:moveTo>
                    <a:pt x="6350000" y="6477243"/>
                  </a:moveTo>
                  <a:lnTo>
                    <a:pt x="0" y="6477243"/>
                  </a:lnTo>
                  <a:cubicBezTo>
                    <a:pt x="0" y="5248159"/>
                    <a:pt x="564388" y="4165910"/>
                    <a:pt x="1420241" y="3533067"/>
                  </a:cubicBezTo>
                  <a:lnTo>
                    <a:pt x="0" y="3533067"/>
                  </a:lnTo>
                  <a:cubicBezTo>
                    <a:pt x="0" y="1581825"/>
                    <a:pt x="1421511" y="0"/>
                    <a:pt x="3175000" y="0"/>
                  </a:cubicBezTo>
                  <a:cubicBezTo>
                    <a:pt x="4928489" y="0"/>
                    <a:pt x="6350000" y="1581825"/>
                    <a:pt x="6350000" y="3533067"/>
                  </a:cubicBezTo>
                  <a:lnTo>
                    <a:pt x="4929759" y="3533067"/>
                  </a:lnTo>
                  <a:cubicBezTo>
                    <a:pt x="5785612" y="4165910"/>
                    <a:pt x="6350000" y="5248159"/>
                    <a:pt x="6350000" y="6477243"/>
                  </a:cubicBezTo>
                  <a:close/>
                </a:path>
              </a:pathLst>
            </a:custGeom>
            <a:blipFill>
              <a:blip r:embed="rId4"/>
              <a:stretch>
                <a:fillRect l="0" t="0" r="-53284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476990" y="1028700"/>
            <a:ext cx="6901393" cy="6939243"/>
          </a:xfrm>
          <a:custGeom>
            <a:avLst/>
            <a:gdLst/>
            <a:ahLst/>
            <a:cxnLst/>
            <a:rect r="r" b="b" t="t" l="l"/>
            <a:pathLst>
              <a:path h="6939243" w="6901393">
                <a:moveTo>
                  <a:pt x="0" y="0"/>
                </a:moveTo>
                <a:lnTo>
                  <a:pt x="6901392" y="0"/>
                </a:lnTo>
                <a:lnTo>
                  <a:pt x="6901392" y="6939243"/>
                </a:lnTo>
                <a:lnTo>
                  <a:pt x="0" y="69392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1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729186"/>
            <a:ext cx="10138335" cy="97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9"/>
              </a:lnSpc>
            </a:pPr>
            <a:r>
              <a:rPr lang="en-US" sz="7799" b="true">
                <a:solidFill>
                  <a:srgbClr val="151912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NECESIDAD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5390" y="3520440"/>
            <a:ext cx="4912477" cy="407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54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Alimenta</a:t>
            </a:r>
            <a:r>
              <a:rPr lang="en-US" sz="3000" strike="noStrike" u="none">
                <a:solidFill>
                  <a:srgbClr val="000000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ción rápida y saludable post-entreno</a:t>
            </a:r>
          </a:p>
          <a:p>
            <a:pPr algn="l" marL="647700" indent="-323850" lvl="1">
              <a:lnSpc>
                <a:spcPts val="54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000000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Recuperación muscular eficiente</a:t>
            </a:r>
          </a:p>
          <a:p>
            <a:pPr algn="l">
              <a:lnSpc>
                <a:spcPts val="540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0" y="7967943"/>
            <a:ext cx="2402402" cy="2186802"/>
          </a:xfrm>
          <a:custGeom>
            <a:avLst/>
            <a:gdLst/>
            <a:ahLst/>
            <a:cxnLst/>
            <a:rect r="r" b="b" t="t" l="l"/>
            <a:pathLst>
              <a:path h="2186802" w="2402402">
                <a:moveTo>
                  <a:pt x="0" y="0"/>
                </a:moveTo>
                <a:lnTo>
                  <a:pt x="2402402" y="0"/>
                </a:lnTo>
                <a:lnTo>
                  <a:pt x="2402402" y="2186802"/>
                </a:lnTo>
                <a:lnTo>
                  <a:pt x="0" y="21868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6000"/>
            </a:blip>
            <a:stretch>
              <a:fillRect l="-57116" t="-26016" r="-52575" b="-2756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2207">
            <a:off x="6815715" y="496555"/>
            <a:ext cx="11197259" cy="9405698"/>
          </a:xfrm>
          <a:custGeom>
            <a:avLst/>
            <a:gdLst/>
            <a:ahLst/>
            <a:cxnLst/>
            <a:rect r="r" b="b" t="t" l="l"/>
            <a:pathLst>
              <a:path h="9405698" w="11197259">
                <a:moveTo>
                  <a:pt x="0" y="0"/>
                </a:moveTo>
                <a:lnTo>
                  <a:pt x="11197259" y="0"/>
                </a:lnTo>
                <a:lnTo>
                  <a:pt x="11197259" y="9405697"/>
                </a:lnTo>
                <a:lnTo>
                  <a:pt x="0" y="9405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327511" y="4421284"/>
            <a:ext cx="5869280" cy="5939299"/>
            <a:chOff x="0" y="0"/>
            <a:chExt cx="5010960" cy="50707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10960" cy="5070739"/>
            </a:xfrm>
            <a:custGeom>
              <a:avLst/>
              <a:gdLst/>
              <a:ahLst/>
              <a:cxnLst/>
              <a:rect r="r" b="b" t="t" l="l"/>
              <a:pathLst>
                <a:path h="5070739" w="5010960">
                  <a:moveTo>
                    <a:pt x="2505480" y="0"/>
                  </a:moveTo>
                  <a:cubicBezTo>
                    <a:pt x="3889687" y="0"/>
                    <a:pt x="5010960" y="1046600"/>
                    <a:pt x="5010960" y="2338625"/>
                  </a:cubicBezTo>
                  <a:lnTo>
                    <a:pt x="5010960" y="5070739"/>
                  </a:lnTo>
                  <a:lnTo>
                    <a:pt x="0" y="5070739"/>
                  </a:lnTo>
                  <a:lnTo>
                    <a:pt x="0" y="2338625"/>
                  </a:lnTo>
                  <a:cubicBezTo>
                    <a:pt x="0" y="1046600"/>
                    <a:pt x="1121273" y="0"/>
                    <a:pt x="250548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1701" r="0" b="-1170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346616" y="2318526"/>
            <a:ext cx="5941384" cy="8042057"/>
            <a:chOff x="0" y="0"/>
            <a:chExt cx="5010960" cy="67826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10960" cy="6782666"/>
            </a:xfrm>
            <a:custGeom>
              <a:avLst/>
              <a:gdLst/>
              <a:ahLst/>
              <a:cxnLst/>
              <a:rect r="r" b="b" t="t" l="l"/>
              <a:pathLst>
                <a:path h="6782666" w="5010960">
                  <a:moveTo>
                    <a:pt x="2505480" y="0"/>
                  </a:moveTo>
                  <a:cubicBezTo>
                    <a:pt x="3889687" y="0"/>
                    <a:pt x="5010960" y="1399942"/>
                    <a:pt x="5010960" y="3128165"/>
                  </a:cubicBezTo>
                  <a:lnTo>
                    <a:pt x="5010960" y="6782666"/>
                  </a:lnTo>
                  <a:lnTo>
                    <a:pt x="0" y="6782666"/>
                  </a:lnTo>
                  <a:lnTo>
                    <a:pt x="0" y="3128165"/>
                  </a:lnTo>
                  <a:cubicBezTo>
                    <a:pt x="0" y="1399942"/>
                    <a:pt x="1121273" y="0"/>
                    <a:pt x="2505480" y="0"/>
                  </a:cubicBezTo>
                  <a:close/>
                </a:path>
              </a:pathLst>
            </a:custGeom>
            <a:blipFill>
              <a:blip r:embed="rId5"/>
              <a:stretch>
                <a:fillRect l="-67092" t="0" r="-26967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-29171"/>
            <a:ext cx="3563947" cy="3740111"/>
          </a:xfrm>
          <a:custGeom>
            <a:avLst/>
            <a:gdLst/>
            <a:ahLst/>
            <a:cxnLst/>
            <a:rect r="r" b="b" t="t" l="l"/>
            <a:pathLst>
              <a:path h="3740111" w="3563947">
                <a:moveTo>
                  <a:pt x="0" y="0"/>
                </a:moveTo>
                <a:lnTo>
                  <a:pt x="3563947" y="0"/>
                </a:lnTo>
                <a:lnTo>
                  <a:pt x="3563947" y="3740111"/>
                </a:lnTo>
                <a:lnTo>
                  <a:pt x="0" y="37401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67500" y="2737491"/>
            <a:ext cx="10138335" cy="97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9"/>
              </a:lnSpc>
            </a:pPr>
            <a:r>
              <a:rPr lang="en-US" sz="7799" b="true">
                <a:solidFill>
                  <a:srgbClr val="151912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DESEO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230784"/>
            <a:ext cx="6000304" cy="544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54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Comer saludable</a:t>
            </a:r>
            <a:r>
              <a:rPr lang="en-US" sz="3000" strike="noStrike" u="none">
                <a:solidFill>
                  <a:srgbClr val="000000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 sin sacrificar sabor</a:t>
            </a:r>
          </a:p>
          <a:p>
            <a:pPr algn="l" marL="647700" indent="-323850" lvl="1">
              <a:lnSpc>
                <a:spcPts val="54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000000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Consumir productos locales con presentación moderna adecuada para fotos en redes sociales</a:t>
            </a:r>
          </a:p>
          <a:p>
            <a:pPr algn="l">
              <a:lnSpc>
                <a:spcPts val="5400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827802" y="131724"/>
            <a:ext cx="2402402" cy="2186802"/>
          </a:xfrm>
          <a:custGeom>
            <a:avLst/>
            <a:gdLst/>
            <a:ahLst/>
            <a:cxnLst/>
            <a:rect r="r" b="b" t="t" l="l"/>
            <a:pathLst>
              <a:path h="2186802" w="2402402">
                <a:moveTo>
                  <a:pt x="0" y="0"/>
                </a:moveTo>
                <a:lnTo>
                  <a:pt x="2402403" y="0"/>
                </a:lnTo>
                <a:lnTo>
                  <a:pt x="2402403" y="2186802"/>
                </a:lnTo>
                <a:lnTo>
                  <a:pt x="0" y="2186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46000"/>
            </a:blip>
            <a:stretch>
              <a:fillRect l="-57116" t="-26016" r="-52575" b="-2756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729186"/>
            <a:ext cx="10138335" cy="97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9"/>
              </a:lnSpc>
            </a:pPr>
            <a:r>
              <a:rPr lang="en-US" sz="7799" b="true">
                <a:solidFill>
                  <a:srgbClr val="151912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DEMANDA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373867" y="2702635"/>
            <a:ext cx="8914133" cy="7337938"/>
            <a:chOff x="0" y="0"/>
            <a:chExt cx="4616048" cy="37998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15695" cy="3800773"/>
            </a:xfrm>
            <a:custGeom>
              <a:avLst/>
              <a:gdLst/>
              <a:ahLst/>
              <a:cxnLst/>
              <a:rect r="r" b="b" t="t" l="l"/>
              <a:pathLst>
                <a:path h="3800773" w="4615695">
                  <a:moveTo>
                    <a:pt x="4251744" y="3774440"/>
                  </a:moveTo>
                  <a:cubicBezTo>
                    <a:pt x="4007355" y="3845560"/>
                    <a:pt x="3734127" y="3769360"/>
                    <a:pt x="3599030" y="3585210"/>
                  </a:cubicBezTo>
                  <a:cubicBezTo>
                    <a:pt x="3545903" y="3514090"/>
                    <a:pt x="3517062" y="3431540"/>
                    <a:pt x="3515544" y="3347720"/>
                  </a:cubicBezTo>
                  <a:cubicBezTo>
                    <a:pt x="3512508" y="3050540"/>
                    <a:pt x="3233207" y="2844800"/>
                    <a:pt x="2876492" y="2832100"/>
                  </a:cubicBezTo>
                  <a:cubicBezTo>
                    <a:pt x="2572905" y="2829560"/>
                    <a:pt x="2330035" y="2621280"/>
                    <a:pt x="2333070" y="2367280"/>
                  </a:cubicBezTo>
                  <a:cubicBezTo>
                    <a:pt x="2336106" y="2113280"/>
                    <a:pt x="2585048" y="1910080"/>
                    <a:pt x="2888635" y="1912620"/>
                  </a:cubicBezTo>
                  <a:cubicBezTo>
                    <a:pt x="3189187" y="1908810"/>
                    <a:pt x="3436611" y="2108200"/>
                    <a:pt x="3442682" y="2359660"/>
                  </a:cubicBezTo>
                  <a:cubicBezTo>
                    <a:pt x="3448755" y="2576830"/>
                    <a:pt x="3594476" y="2740660"/>
                    <a:pt x="3829757" y="2834640"/>
                  </a:cubicBezTo>
                  <a:cubicBezTo>
                    <a:pt x="3910207" y="2863850"/>
                    <a:pt x="3995212" y="2880360"/>
                    <a:pt x="4083252" y="2882900"/>
                  </a:cubicBezTo>
                  <a:cubicBezTo>
                    <a:pt x="4350409" y="2896870"/>
                    <a:pt x="4567474" y="3053080"/>
                    <a:pt x="4609977" y="3272790"/>
                  </a:cubicBezTo>
                  <a:cubicBezTo>
                    <a:pt x="4646528" y="3487420"/>
                    <a:pt x="4505239" y="3696970"/>
                    <a:pt x="4260851" y="3771900"/>
                  </a:cubicBezTo>
                  <a:lnTo>
                    <a:pt x="4251744" y="3774440"/>
                  </a:lnTo>
                  <a:close/>
                  <a:moveTo>
                    <a:pt x="2897743" y="2932430"/>
                  </a:moveTo>
                  <a:lnTo>
                    <a:pt x="2827918" y="2932430"/>
                  </a:lnTo>
                  <a:cubicBezTo>
                    <a:pt x="2744431" y="2933700"/>
                    <a:pt x="2660945" y="2918460"/>
                    <a:pt x="2585048" y="2890520"/>
                  </a:cubicBezTo>
                  <a:cubicBezTo>
                    <a:pt x="2301193" y="2780030"/>
                    <a:pt x="2279942" y="2533650"/>
                    <a:pt x="2278424" y="2481580"/>
                  </a:cubicBezTo>
                  <a:lnTo>
                    <a:pt x="2278424" y="2471420"/>
                  </a:lnTo>
                  <a:cubicBezTo>
                    <a:pt x="2278424" y="2221230"/>
                    <a:pt x="2035554" y="2018030"/>
                    <a:pt x="1736521" y="2018030"/>
                  </a:cubicBezTo>
                  <a:lnTo>
                    <a:pt x="1716787" y="2018030"/>
                  </a:lnTo>
                  <a:cubicBezTo>
                    <a:pt x="1417754" y="2018030"/>
                    <a:pt x="1176402" y="2219960"/>
                    <a:pt x="1176402" y="2470150"/>
                  </a:cubicBezTo>
                  <a:cubicBezTo>
                    <a:pt x="1176402" y="2470150"/>
                    <a:pt x="1176402" y="2471420"/>
                    <a:pt x="1176402" y="2471420"/>
                  </a:cubicBezTo>
                  <a:lnTo>
                    <a:pt x="1176402" y="2481580"/>
                  </a:lnTo>
                  <a:cubicBezTo>
                    <a:pt x="1174884" y="2533650"/>
                    <a:pt x="1153632" y="2780030"/>
                    <a:pt x="869778" y="2890520"/>
                  </a:cubicBezTo>
                  <a:cubicBezTo>
                    <a:pt x="793881" y="2918460"/>
                    <a:pt x="710395" y="2933700"/>
                    <a:pt x="626908" y="2932430"/>
                  </a:cubicBezTo>
                  <a:lnTo>
                    <a:pt x="511545" y="2932430"/>
                  </a:lnTo>
                  <a:cubicBezTo>
                    <a:pt x="229209" y="2932430"/>
                    <a:pt x="0" y="3124200"/>
                    <a:pt x="0" y="3360420"/>
                  </a:cubicBezTo>
                  <a:cubicBezTo>
                    <a:pt x="0" y="3596640"/>
                    <a:pt x="229209" y="3788410"/>
                    <a:pt x="511545" y="3788410"/>
                  </a:cubicBezTo>
                  <a:lnTo>
                    <a:pt x="2897743" y="3788410"/>
                  </a:lnTo>
                  <a:cubicBezTo>
                    <a:pt x="3180079" y="3788410"/>
                    <a:pt x="3407770" y="3597910"/>
                    <a:pt x="3407770" y="3361690"/>
                  </a:cubicBezTo>
                  <a:cubicBezTo>
                    <a:pt x="3407770" y="3361690"/>
                    <a:pt x="3407770" y="3360420"/>
                    <a:pt x="3407770" y="3360420"/>
                  </a:cubicBezTo>
                  <a:cubicBezTo>
                    <a:pt x="3409288" y="3124200"/>
                    <a:pt x="3181597" y="2933700"/>
                    <a:pt x="2899261" y="2932430"/>
                  </a:cubicBezTo>
                  <a:cubicBezTo>
                    <a:pt x="2899261" y="2932430"/>
                    <a:pt x="2897743" y="2932430"/>
                    <a:pt x="2897743" y="2932430"/>
                  </a:cubicBezTo>
                  <a:close/>
                  <a:moveTo>
                    <a:pt x="1604460" y="909320"/>
                  </a:moveTo>
                  <a:cubicBezTo>
                    <a:pt x="1970283" y="909320"/>
                    <a:pt x="2226814" y="1031240"/>
                    <a:pt x="2237440" y="1337310"/>
                  </a:cubicBezTo>
                  <a:cubicBezTo>
                    <a:pt x="2241994" y="1597660"/>
                    <a:pt x="2497007" y="1805940"/>
                    <a:pt x="2808185" y="1802130"/>
                  </a:cubicBezTo>
                  <a:cubicBezTo>
                    <a:pt x="3119362" y="1798320"/>
                    <a:pt x="3368304" y="1584960"/>
                    <a:pt x="3363750" y="1324610"/>
                  </a:cubicBezTo>
                  <a:cubicBezTo>
                    <a:pt x="3362232" y="1200150"/>
                    <a:pt x="3301514" y="1082040"/>
                    <a:pt x="3195259" y="995680"/>
                  </a:cubicBezTo>
                  <a:cubicBezTo>
                    <a:pt x="3093557" y="911860"/>
                    <a:pt x="2958460" y="863600"/>
                    <a:pt x="2815774" y="862330"/>
                  </a:cubicBezTo>
                  <a:cubicBezTo>
                    <a:pt x="2451469" y="855980"/>
                    <a:pt x="2199492" y="774700"/>
                    <a:pt x="2188866" y="471170"/>
                  </a:cubicBezTo>
                  <a:cubicBezTo>
                    <a:pt x="2179758" y="205740"/>
                    <a:pt x="2152435" y="5080"/>
                    <a:pt x="1615086" y="5080"/>
                  </a:cubicBezTo>
                  <a:lnTo>
                    <a:pt x="611729" y="5080"/>
                  </a:lnTo>
                  <a:cubicBezTo>
                    <a:pt x="289926" y="5080"/>
                    <a:pt x="37948" y="212090"/>
                    <a:pt x="36430" y="474980"/>
                  </a:cubicBezTo>
                  <a:cubicBezTo>
                    <a:pt x="34912" y="737870"/>
                    <a:pt x="288408" y="908050"/>
                    <a:pt x="611729" y="909320"/>
                  </a:cubicBezTo>
                  <a:lnTo>
                    <a:pt x="1604460" y="909320"/>
                  </a:lnTo>
                  <a:close/>
                  <a:moveTo>
                    <a:pt x="2152436" y="1479550"/>
                  </a:moveTo>
                  <a:cubicBezTo>
                    <a:pt x="2150918" y="1333500"/>
                    <a:pt x="2073503" y="1196340"/>
                    <a:pt x="1939924" y="1102360"/>
                  </a:cubicBezTo>
                  <a:cubicBezTo>
                    <a:pt x="1848848" y="1038860"/>
                    <a:pt x="1733485" y="1004570"/>
                    <a:pt x="1615086" y="1005840"/>
                  </a:cubicBezTo>
                  <a:lnTo>
                    <a:pt x="475114" y="1005840"/>
                  </a:lnTo>
                  <a:cubicBezTo>
                    <a:pt x="233762" y="1004570"/>
                    <a:pt x="37948" y="1168400"/>
                    <a:pt x="36431" y="1370330"/>
                  </a:cubicBezTo>
                  <a:cubicBezTo>
                    <a:pt x="36431" y="1370330"/>
                    <a:pt x="36431" y="1371600"/>
                    <a:pt x="36431" y="1371600"/>
                  </a:cubicBezTo>
                  <a:lnTo>
                    <a:pt x="36431" y="2429510"/>
                  </a:lnTo>
                  <a:cubicBezTo>
                    <a:pt x="36431" y="2665730"/>
                    <a:pt x="264121" y="2856230"/>
                    <a:pt x="546458" y="2856230"/>
                  </a:cubicBezTo>
                  <a:cubicBezTo>
                    <a:pt x="546458" y="2856230"/>
                    <a:pt x="547975" y="2856230"/>
                    <a:pt x="547975" y="2856230"/>
                  </a:cubicBezTo>
                  <a:lnTo>
                    <a:pt x="572262" y="2856230"/>
                  </a:lnTo>
                  <a:cubicBezTo>
                    <a:pt x="840937" y="2856230"/>
                    <a:pt x="1058002" y="2674620"/>
                    <a:pt x="1059520" y="2449830"/>
                  </a:cubicBezTo>
                  <a:lnTo>
                    <a:pt x="1059520" y="2409190"/>
                  </a:lnTo>
                  <a:cubicBezTo>
                    <a:pt x="1058002" y="2339340"/>
                    <a:pt x="1076218" y="2269490"/>
                    <a:pt x="1109612" y="2205990"/>
                  </a:cubicBezTo>
                  <a:cubicBezTo>
                    <a:pt x="1241673" y="1968500"/>
                    <a:pt x="1536153" y="1950720"/>
                    <a:pt x="1598388" y="1949450"/>
                  </a:cubicBezTo>
                  <a:lnTo>
                    <a:pt x="1610532" y="1949450"/>
                  </a:lnTo>
                  <a:cubicBezTo>
                    <a:pt x="1909565" y="1949450"/>
                    <a:pt x="2152436" y="1746250"/>
                    <a:pt x="2152436" y="1496060"/>
                  </a:cubicBezTo>
                  <a:lnTo>
                    <a:pt x="2152436" y="1479550"/>
                  </a:lnTo>
                  <a:close/>
                  <a:moveTo>
                    <a:pt x="4171292" y="0"/>
                  </a:moveTo>
                  <a:lnTo>
                    <a:pt x="2727734" y="0"/>
                  </a:lnTo>
                  <a:cubicBezTo>
                    <a:pt x="2481828" y="0"/>
                    <a:pt x="2282978" y="166370"/>
                    <a:pt x="2282978" y="372110"/>
                  </a:cubicBezTo>
                  <a:lnTo>
                    <a:pt x="2282978" y="387350"/>
                  </a:lnTo>
                  <a:cubicBezTo>
                    <a:pt x="2282978" y="604520"/>
                    <a:pt x="2492453" y="779780"/>
                    <a:pt x="2752021" y="779780"/>
                  </a:cubicBezTo>
                  <a:lnTo>
                    <a:pt x="2823364" y="779780"/>
                  </a:lnTo>
                  <a:cubicBezTo>
                    <a:pt x="2902297" y="779780"/>
                    <a:pt x="3041947" y="791210"/>
                    <a:pt x="3114808" y="819150"/>
                  </a:cubicBezTo>
                  <a:cubicBezTo>
                    <a:pt x="3404734" y="928370"/>
                    <a:pt x="3514025" y="1144270"/>
                    <a:pt x="3518579" y="1308100"/>
                  </a:cubicBezTo>
                  <a:lnTo>
                    <a:pt x="3518579" y="2310130"/>
                  </a:lnTo>
                  <a:cubicBezTo>
                    <a:pt x="3518579" y="2561590"/>
                    <a:pt x="3762967" y="2766060"/>
                    <a:pt x="4063519" y="2766060"/>
                  </a:cubicBezTo>
                  <a:cubicBezTo>
                    <a:pt x="4364071" y="2766060"/>
                    <a:pt x="4608459" y="2561590"/>
                    <a:pt x="4609976" y="2310130"/>
                  </a:cubicBezTo>
                  <a:lnTo>
                    <a:pt x="4609976" y="365760"/>
                  </a:lnTo>
                  <a:cubicBezTo>
                    <a:pt x="4609976" y="163830"/>
                    <a:pt x="4414162" y="0"/>
                    <a:pt x="4172810" y="0"/>
                  </a:cubicBezTo>
                  <a:cubicBezTo>
                    <a:pt x="4172810" y="0"/>
                    <a:pt x="4171292" y="0"/>
                    <a:pt x="4171292" y="0"/>
                  </a:cubicBezTo>
                  <a:close/>
                </a:path>
              </a:pathLst>
            </a:custGeom>
            <a:blipFill>
              <a:blip r:embed="rId2"/>
              <a:stretch>
                <a:fillRect l="-20515" t="0" r="-20545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1251356" y="5974933"/>
            <a:ext cx="5590328" cy="5590328"/>
          </a:xfrm>
          <a:custGeom>
            <a:avLst/>
            <a:gdLst/>
            <a:ahLst/>
            <a:cxnLst/>
            <a:rect r="r" b="b" t="t" l="l"/>
            <a:pathLst>
              <a:path h="5590328" w="5590328">
                <a:moveTo>
                  <a:pt x="0" y="0"/>
                </a:moveTo>
                <a:lnTo>
                  <a:pt x="5590329" y="0"/>
                </a:lnTo>
                <a:lnTo>
                  <a:pt x="5590329" y="5590329"/>
                </a:lnTo>
                <a:lnTo>
                  <a:pt x="0" y="55903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634740"/>
            <a:ext cx="7409640" cy="320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51912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Crecimiento del consumo de comida saludable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51912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Tendencia fitness en Ecuador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51912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Aumento de carreras de trail y ciclismo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177700" y="-1315925"/>
            <a:ext cx="3989335" cy="4018560"/>
          </a:xfrm>
          <a:custGeom>
            <a:avLst/>
            <a:gdLst/>
            <a:ahLst/>
            <a:cxnLst/>
            <a:rect r="r" b="b" t="t" l="l"/>
            <a:pathLst>
              <a:path h="4018560" w="3989335">
                <a:moveTo>
                  <a:pt x="0" y="0"/>
                </a:moveTo>
                <a:lnTo>
                  <a:pt x="3989335" y="0"/>
                </a:lnTo>
                <a:lnTo>
                  <a:pt x="3989335" y="4018560"/>
                </a:lnTo>
                <a:lnTo>
                  <a:pt x="0" y="40185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885598" y="0"/>
            <a:ext cx="2402402" cy="2186802"/>
          </a:xfrm>
          <a:custGeom>
            <a:avLst/>
            <a:gdLst/>
            <a:ahLst/>
            <a:cxnLst/>
            <a:rect r="r" b="b" t="t" l="l"/>
            <a:pathLst>
              <a:path h="2186802" w="2402402">
                <a:moveTo>
                  <a:pt x="0" y="0"/>
                </a:moveTo>
                <a:lnTo>
                  <a:pt x="2402402" y="0"/>
                </a:lnTo>
                <a:lnTo>
                  <a:pt x="2402402" y="2186802"/>
                </a:lnTo>
                <a:lnTo>
                  <a:pt x="0" y="21868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6000"/>
            </a:blip>
            <a:stretch>
              <a:fillRect l="-57116" t="-26016" r="-52575" b="-2756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710940"/>
            <a:ext cx="8403124" cy="5547360"/>
            <a:chOff x="0" y="0"/>
            <a:chExt cx="5590540" cy="36906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51" y="-610"/>
              <a:ext cx="5589890" cy="3692500"/>
            </a:xfrm>
            <a:custGeom>
              <a:avLst/>
              <a:gdLst/>
              <a:ahLst/>
              <a:cxnLst/>
              <a:rect r="r" b="b" t="t" l="l"/>
              <a:pathLst>
                <a:path h="3692500" w="5589890">
                  <a:moveTo>
                    <a:pt x="2880979" y="293980"/>
                  </a:moveTo>
                  <a:lnTo>
                    <a:pt x="3127359" y="1257910"/>
                  </a:lnTo>
                  <a:cubicBezTo>
                    <a:pt x="3167999" y="1424280"/>
                    <a:pt x="3340719" y="1480160"/>
                    <a:pt x="3444859" y="1362050"/>
                  </a:cubicBezTo>
                  <a:lnTo>
                    <a:pt x="4392279" y="398120"/>
                  </a:lnTo>
                  <a:cubicBezTo>
                    <a:pt x="4702159" y="71730"/>
                    <a:pt x="4551029" y="610"/>
                    <a:pt x="4377039" y="610"/>
                  </a:cubicBezTo>
                  <a:lnTo>
                    <a:pt x="3065129" y="610"/>
                  </a:lnTo>
                  <a:cubicBezTo>
                    <a:pt x="2938129" y="610"/>
                    <a:pt x="2845419" y="146660"/>
                    <a:pt x="2880979" y="293980"/>
                  </a:cubicBezTo>
                  <a:close/>
                  <a:moveTo>
                    <a:pt x="1407779" y="1343000"/>
                  </a:moveTo>
                  <a:cubicBezTo>
                    <a:pt x="1378569" y="1274420"/>
                    <a:pt x="1317609" y="1223620"/>
                    <a:pt x="1245219" y="1205840"/>
                  </a:cubicBezTo>
                  <a:lnTo>
                    <a:pt x="292719" y="983590"/>
                  </a:lnTo>
                  <a:cubicBezTo>
                    <a:pt x="106029" y="934060"/>
                    <a:pt x="-9541" y="977240"/>
                    <a:pt x="619" y="1132180"/>
                  </a:cubicBezTo>
                  <a:lnTo>
                    <a:pt x="12049" y="2308200"/>
                  </a:lnTo>
                  <a:cubicBezTo>
                    <a:pt x="22209" y="2748890"/>
                    <a:pt x="177149" y="2694280"/>
                    <a:pt x="297799" y="2573630"/>
                  </a:cubicBezTo>
                  <a:lnTo>
                    <a:pt x="1377299" y="1527150"/>
                  </a:lnTo>
                  <a:cubicBezTo>
                    <a:pt x="1431909" y="1473810"/>
                    <a:pt x="1439529" y="1416660"/>
                    <a:pt x="1407779" y="1343000"/>
                  </a:cubicBezTo>
                  <a:close/>
                  <a:moveTo>
                    <a:pt x="3734419" y="2640940"/>
                  </a:moveTo>
                  <a:cubicBezTo>
                    <a:pt x="4025249" y="2640940"/>
                    <a:pt x="4260199" y="2875890"/>
                    <a:pt x="4260199" y="3166720"/>
                  </a:cubicBezTo>
                  <a:cubicBezTo>
                    <a:pt x="4260199" y="3457550"/>
                    <a:pt x="4025249" y="3692500"/>
                    <a:pt x="3734419" y="3692500"/>
                  </a:cubicBezTo>
                  <a:cubicBezTo>
                    <a:pt x="3443589" y="3692500"/>
                    <a:pt x="3208639" y="3457550"/>
                    <a:pt x="3208639" y="3166720"/>
                  </a:cubicBezTo>
                  <a:cubicBezTo>
                    <a:pt x="3208639" y="2875890"/>
                    <a:pt x="3443589" y="2640940"/>
                    <a:pt x="3734419" y="2640940"/>
                  </a:cubicBezTo>
                  <a:close/>
                  <a:moveTo>
                    <a:pt x="5580999" y="760070"/>
                  </a:moveTo>
                  <a:cubicBezTo>
                    <a:pt x="5580999" y="631800"/>
                    <a:pt x="5586079" y="502260"/>
                    <a:pt x="5572109" y="375260"/>
                  </a:cubicBezTo>
                  <a:cubicBezTo>
                    <a:pt x="5554329" y="201270"/>
                    <a:pt x="5448919" y="85700"/>
                    <a:pt x="5285089" y="31090"/>
                  </a:cubicBezTo>
                  <a:cubicBezTo>
                    <a:pt x="5121259" y="-23520"/>
                    <a:pt x="4970129" y="13310"/>
                    <a:pt x="4848209" y="135230"/>
                  </a:cubicBezTo>
                  <a:cubicBezTo>
                    <a:pt x="4384659" y="597510"/>
                    <a:pt x="3923649" y="1061060"/>
                    <a:pt x="3463909" y="1527150"/>
                  </a:cubicBezTo>
                  <a:cubicBezTo>
                    <a:pt x="3390249" y="1600810"/>
                    <a:pt x="3305159" y="1627480"/>
                    <a:pt x="3207369" y="1603350"/>
                  </a:cubicBezTo>
                  <a:cubicBezTo>
                    <a:pt x="3109579" y="1579220"/>
                    <a:pt x="3058779" y="1505560"/>
                    <a:pt x="3034649" y="1409040"/>
                  </a:cubicBezTo>
                  <a:cubicBezTo>
                    <a:pt x="2943209" y="1050900"/>
                    <a:pt x="2849229" y="694030"/>
                    <a:pt x="2755249" y="337160"/>
                  </a:cubicBezTo>
                  <a:cubicBezTo>
                    <a:pt x="2703179" y="136500"/>
                    <a:pt x="2536809" y="4420"/>
                    <a:pt x="2334879" y="4420"/>
                  </a:cubicBezTo>
                  <a:cubicBezTo>
                    <a:pt x="1928479" y="1880"/>
                    <a:pt x="1522079" y="610"/>
                    <a:pt x="1115679" y="610"/>
                  </a:cubicBezTo>
                  <a:cubicBezTo>
                    <a:pt x="876919" y="610"/>
                    <a:pt x="638159" y="-3200"/>
                    <a:pt x="399399" y="8230"/>
                  </a:cubicBezTo>
                  <a:cubicBezTo>
                    <a:pt x="200009" y="18390"/>
                    <a:pt x="37449" y="198730"/>
                    <a:pt x="24749" y="401930"/>
                  </a:cubicBezTo>
                  <a:cubicBezTo>
                    <a:pt x="12049" y="611480"/>
                    <a:pt x="149209" y="800710"/>
                    <a:pt x="351139" y="855320"/>
                  </a:cubicBezTo>
                  <a:cubicBezTo>
                    <a:pt x="715629" y="949300"/>
                    <a:pt x="1078849" y="1047090"/>
                    <a:pt x="1440799" y="1149960"/>
                  </a:cubicBezTo>
                  <a:cubicBezTo>
                    <a:pt x="1640189" y="1205840"/>
                    <a:pt x="1687179" y="1403960"/>
                    <a:pt x="1539859" y="1550010"/>
                  </a:cubicBezTo>
                  <a:cubicBezTo>
                    <a:pt x="1216009" y="1872590"/>
                    <a:pt x="889619" y="2192630"/>
                    <a:pt x="565769" y="2513940"/>
                  </a:cubicBezTo>
                  <a:cubicBezTo>
                    <a:pt x="422259" y="2656180"/>
                    <a:pt x="274939" y="2794610"/>
                    <a:pt x="137779" y="2943200"/>
                  </a:cubicBezTo>
                  <a:cubicBezTo>
                    <a:pt x="-88281" y="3187040"/>
                    <a:pt x="10779" y="3566770"/>
                    <a:pt x="324469" y="3668370"/>
                  </a:cubicBezTo>
                  <a:cubicBezTo>
                    <a:pt x="507349" y="3726790"/>
                    <a:pt x="663559" y="3669640"/>
                    <a:pt x="795639" y="3536290"/>
                  </a:cubicBezTo>
                  <a:cubicBezTo>
                    <a:pt x="1255379" y="3072740"/>
                    <a:pt x="1715119" y="2607920"/>
                    <a:pt x="2174859" y="2141830"/>
                  </a:cubicBezTo>
                  <a:cubicBezTo>
                    <a:pt x="2262489" y="2052930"/>
                    <a:pt x="2405999" y="2051660"/>
                    <a:pt x="2494899" y="2139290"/>
                  </a:cubicBezTo>
                  <a:cubicBezTo>
                    <a:pt x="2511409" y="2155800"/>
                    <a:pt x="2526649" y="2174850"/>
                    <a:pt x="2536809" y="2196440"/>
                  </a:cubicBezTo>
                  <a:cubicBezTo>
                    <a:pt x="2597769" y="2314550"/>
                    <a:pt x="2569829" y="2409800"/>
                    <a:pt x="2452989" y="2525370"/>
                  </a:cubicBezTo>
                  <a:cubicBezTo>
                    <a:pt x="2305669" y="2670150"/>
                    <a:pt x="2158349" y="2814930"/>
                    <a:pt x="2017379" y="2966060"/>
                  </a:cubicBezTo>
                  <a:cubicBezTo>
                    <a:pt x="1821799" y="3175610"/>
                    <a:pt x="1904349" y="3529940"/>
                    <a:pt x="2168509" y="3639160"/>
                  </a:cubicBezTo>
                  <a:cubicBezTo>
                    <a:pt x="2333609" y="3706470"/>
                    <a:pt x="2463149" y="3675990"/>
                    <a:pt x="2599039" y="3565500"/>
                  </a:cubicBezTo>
                  <a:cubicBezTo>
                    <a:pt x="2647299" y="3526130"/>
                    <a:pt x="2682859" y="3475330"/>
                    <a:pt x="2726039" y="3430880"/>
                  </a:cubicBezTo>
                  <a:cubicBezTo>
                    <a:pt x="2798429" y="3357220"/>
                    <a:pt x="3204829" y="2582520"/>
                    <a:pt x="3620119" y="2506320"/>
                  </a:cubicBezTo>
                  <a:cubicBezTo>
                    <a:pt x="4035409" y="2430120"/>
                    <a:pt x="4260199" y="2649830"/>
                    <a:pt x="4373229" y="2983840"/>
                  </a:cubicBezTo>
                  <a:cubicBezTo>
                    <a:pt x="4460859" y="3239110"/>
                    <a:pt x="4379579" y="3677260"/>
                    <a:pt x="4709779" y="3677260"/>
                  </a:cubicBezTo>
                  <a:cubicBezTo>
                    <a:pt x="4817729" y="3677260"/>
                    <a:pt x="4831699" y="3684880"/>
                    <a:pt x="5141579" y="3684880"/>
                  </a:cubicBezTo>
                  <a:cubicBezTo>
                    <a:pt x="5255879" y="3686150"/>
                    <a:pt x="5366369" y="3644240"/>
                    <a:pt x="5448919" y="3565500"/>
                  </a:cubicBezTo>
                  <a:cubicBezTo>
                    <a:pt x="5555599" y="3466440"/>
                    <a:pt x="5589889" y="3339440"/>
                    <a:pt x="5589889" y="3198470"/>
                  </a:cubicBezTo>
                  <a:cubicBezTo>
                    <a:pt x="5589889" y="2746350"/>
                    <a:pt x="5582269" y="1120750"/>
                    <a:pt x="5580999" y="760070"/>
                  </a:cubicBezTo>
                  <a:close/>
                </a:path>
              </a:pathLst>
            </a:custGeom>
            <a:blipFill>
              <a:blip r:embed="rId2"/>
              <a:stretch>
                <a:fillRect l="-5047" t="0" r="-5047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517005" y="1198084"/>
            <a:ext cx="1713257" cy="1504551"/>
          </a:xfrm>
          <a:custGeom>
            <a:avLst/>
            <a:gdLst/>
            <a:ahLst/>
            <a:cxnLst/>
            <a:rect r="r" b="b" t="t" l="l"/>
            <a:pathLst>
              <a:path h="1504551" w="1713257">
                <a:moveTo>
                  <a:pt x="0" y="0"/>
                </a:moveTo>
                <a:lnTo>
                  <a:pt x="1713257" y="0"/>
                </a:lnTo>
                <a:lnTo>
                  <a:pt x="1713257" y="1504551"/>
                </a:lnTo>
                <a:lnTo>
                  <a:pt x="0" y="15045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315987" y="1568410"/>
            <a:ext cx="10138335" cy="97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9"/>
              </a:lnSpc>
            </a:pPr>
            <a:r>
              <a:rPr lang="en-US" sz="7799" b="true">
                <a:solidFill>
                  <a:srgbClr val="151912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OFERTA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663439" y="3684270"/>
            <a:ext cx="5148992" cy="5158371"/>
          </a:xfrm>
          <a:custGeom>
            <a:avLst/>
            <a:gdLst/>
            <a:ahLst/>
            <a:cxnLst/>
            <a:rect r="r" b="b" t="t" l="l"/>
            <a:pathLst>
              <a:path h="5158371" w="5148992">
                <a:moveTo>
                  <a:pt x="0" y="0"/>
                </a:moveTo>
                <a:lnTo>
                  <a:pt x="5148992" y="0"/>
                </a:lnTo>
                <a:lnTo>
                  <a:pt x="5148992" y="5158371"/>
                </a:lnTo>
                <a:lnTo>
                  <a:pt x="0" y="51583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167035" y="3608070"/>
            <a:ext cx="5130437" cy="533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</a:pPr>
          </a:p>
          <a:p>
            <a:pPr algn="r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51912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Presentaciones modernas</a:t>
            </a:r>
          </a:p>
          <a:p>
            <a:pPr algn="r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51912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Menú especializado:</a:t>
            </a:r>
          </a:p>
          <a:p>
            <a:pPr algn="r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51912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Bowl recuperación</a:t>
            </a:r>
          </a:p>
          <a:p>
            <a:pPr algn="r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51912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Bowl energético</a:t>
            </a:r>
          </a:p>
          <a:p>
            <a:pPr algn="r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51912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Snacks funcionales </a:t>
            </a:r>
          </a:p>
          <a:p>
            <a:pPr algn="r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51912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Información nutricional visible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2402402" cy="2186802"/>
          </a:xfrm>
          <a:custGeom>
            <a:avLst/>
            <a:gdLst/>
            <a:ahLst/>
            <a:cxnLst/>
            <a:rect r="r" b="b" t="t" l="l"/>
            <a:pathLst>
              <a:path h="2186802" w="2402402">
                <a:moveTo>
                  <a:pt x="0" y="0"/>
                </a:moveTo>
                <a:lnTo>
                  <a:pt x="2402402" y="0"/>
                </a:lnTo>
                <a:lnTo>
                  <a:pt x="2402402" y="2186802"/>
                </a:lnTo>
                <a:lnTo>
                  <a:pt x="0" y="21868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6000"/>
            </a:blip>
            <a:stretch>
              <a:fillRect l="-57116" t="-26016" r="-52575" b="-2756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9945181" y="0"/>
            <a:ext cx="8342819" cy="8509994"/>
            <a:chOff x="0" y="0"/>
            <a:chExt cx="6350000" cy="6477243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6350000" cy="6477243"/>
            </a:xfrm>
            <a:custGeom>
              <a:avLst/>
              <a:gdLst/>
              <a:ahLst/>
              <a:cxnLst/>
              <a:rect r="r" b="b" t="t" l="l"/>
              <a:pathLst>
                <a:path h="6477243" w="6350000">
                  <a:moveTo>
                    <a:pt x="6350000" y="0"/>
                  </a:moveTo>
                  <a:lnTo>
                    <a:pt x="0" y="0"/>
                  </a:lnTo>
                  <a:cubicBezTo>
                    <a:pt x="0" y="1229084"/>
                    <a:pt x="564388" y="2311333"/>
                    <a:pt x="1420241" y="2944175"/>
                  </a:cubicBezTo>
                  <a:lnTo>
                    <a:pt x="0" y="2944175"/>
                  </a:lnTo>
                  <a:cubicBezTo>
                    <a:pt x="0" y="4895418"/>
                    <a:pt x="1421511" y="6477243"/>
                    <a:pt x="3175000" y="6477243"/>
                  </a:cubicBezTo>
                  <a:cubicBezTo>
                    <a:pt x="4928489" y="6477243"/>
                    <a:pt x="6350000" y="4895418"/>
                    <a:pt x="6350000" y="2944175"/>
                  </a:cubicBezTo>
                  <a:lnTo>
                    <a:pt x="4929759" y="2944175"/>
                  </a:lnTo>
                  <a:cubicBezTo>
                    <a:pt x="5785612" y="2311333"/>
                    <a:pt x="6350000" y="1229084"/>
                    <a:pt x="6350000" y="0"/>
                  </a:cubicBezTo>
                  <a:close/>
                </a:path>
              </a:pathLst>
            </a:custGeom>
            <a:blipFill>
              <a:blip r:embed="rId2"/>
              <a:stretch>
                <a:fillRect l="-32274" t="0" r="-373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true" flipV="false" rot="0">
            <a:off x="-71031" y="-2055749"/>
            <a:ext cx="6168899" cy="6168899"/>
          </a:xfrm>
          <a:custGeom>
            <a:avLst/>
            <a:gdLst/>
            <a:ahLst/>
            <a:cxnLst/>
            <a:rect r="r" b="b" t="t" l="l"/>
            <a:pathLst>
              <a:path h="6168899" w="6168899">
                <a:moveTo>
                  <a:pt x="6168899" y="0"/>
                </a:moveTo>
                <a:lnTo>
                  <a:pt x="0" y="0"/>
                </a:lnTo>
                <a:lnTo>
                  <a:pt x="0" y="6168898"/>
                </a:lnTo>
                <a:lnTo>
                  <a:pt x="6168899" y="6168898"/>
                </a:lnTo>
                <a:lnTo>
                  <a:pt x="616889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548661"/>
            <a:ext cx="10138335" cy="97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9"/>
              </a:lnSpc>
            </a:pPr>
            <a:r>
              <a:rPr lang="en-US" sz="7799" b="true">
                <a:solidFill>
                  <a:srgbClr val="151912"/>
                </a:solidFill>
                <a:latin typeface="Cy Grotesk Wide Bold"/>
                <a:ea typeface="Cy Grotesk Wide Bold"/>
                <a:cs typeface="Cy Grotesk Wide Bold"/>
                <a:sym typeface="Cy Grotesk Wide Bold"/>
                <a:hlinkClick r:id="rId5" tooltip="https://www.google.com/search?sca_esv=ca0ac730e1a720b1&amp;sxsrf=ANbL-n7c5sjjbTmSfUUlXHNwYsIJszhndg:1776051791193&amp;q=TECNOLOG%C3%8DAS&amp;spell=1&amp;sa=X&amp;ved=2ahUKEwiInPfA9OmTAxWPRjABHavpHlQQkeECKAB6BAgMEAE"/>
              </a:rPr>
              <a:t>TECNOLOGÍAS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811856" y="6819012"/>
            <a:ext cx="5254390" cy="5254390"/>
          </a:xfrm>
          <a:custGeom>
            <a:avLst/>
            <a:gdLst/>
            <a:ahLst/>
            <a:cxnLst/>
            <a:rect r="r" b="b" t="t" l="l"/>
            <a:pathLst>
              <a:path h="5254390" w="5254390">
                <a:moveTo>
                  <a:pt x="0" y="0"/>
                </a:moveTo>
                <a:lnTo>
                  <a:pt x="5254390" y="0"/>
                </a:lnTo>
                <a:lnTo>
                  <a:pt x="5254390" y="5254390"/>
                </a:lnTo>
                <a:lnTo>
                  <a:pt x="0" y="52543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230784"/>
            <a:ext cx="8916481" cy="407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54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App o</a:t>
            </a:r>
            <a:r>
              <a:rPr lang="en-US" sz="3000" strike="noStrike" u="none">
                <a:solidFill>
                  <a:srgbClr val="000000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 web para pedidos anticipados</a:t>
            </a:r>
          </a:p>
          <a:p>
            <a:pPr algn="l" marL="647700" indent="-323850" lvl="1">
              <a:lnSpc>
                <a:spcPts val="54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000000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Menú digital interactivo</a:t>
            </a:r>
          </a:p>
          <a:p>
            <a:pPr algn="l" marL="647700" indent="-323850" lvl="1">
              <a:lnSpc>
                <a:spcPts val="54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000000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Programa de fidelización digital</a:t>
            </a:r>
          </a:p>
          <a:p>
            <a:pPr algn="l" marL="647700" indent="-323850" lvl="1">
              <a:lnSpc>
                <a:spcPts val="54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000000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Integración con redes sociales (contenido fitness + gastronómico)</a:t>
            </a:r>
          </a:p>
          <a:p>
            <a:pPr algn="l">
              <a:lnSpc>
                <a:spcPts val="540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885598" y="8100198"/>
            <a:ext cx="2402402" cy="2186802"/>
          </a:xfrm>
          <a:custGeom>
            <a:avLst/>
            <a:gdLst/>
            <a:ahLst/>
            <a:cxnLst/>
            <a:rect r="r" b="b" t="t" l="l"/>
            <a:pathLst>
              <a:path h="2186802" w="2402402">
                <a:moveTo>
                  <a:pt x="0" y="0"/>
                </a:moveTo>
                <a:lnTo>
                  <a:pt x="2402402" y="0"/>
                </a:lnTo>
                <a:lnTo>
                  <a:pt x="2402402" y="2186802"/>
                </a:lnTo>
                <a:lnTo>
                  <a:pt x="0" y="2186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46000"/>
            </a:blip>
            <a:stretch>
              <a:fillRect l="-57116" t="-26016" r="-52575" b="-2756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DAHGs0LdakA</dc:identifier>
  <dcterms:modified xsi:type="dcterms:W3CDTF">2011-08-01T06:04:30Z</dcterms:modified>
  <cp:revision>1</cp:revision>
  <dc:title>Presentación Porfolio arquitecto elegante minimal azul beige</dc:title>
</cp:coreProperties>
</file>